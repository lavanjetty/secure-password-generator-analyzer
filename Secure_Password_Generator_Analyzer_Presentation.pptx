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ptos"/>
              </a:defRPr>
            </a:pPr>
            <a:r>
              <a:t>Secure Password</a:t>
            </a:r>
            <a:br/>
            <a:r>
              <a:t>Generator &amp;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4A3B8"/>
                </a:solidFill>
                <a:latin typeface="Aptos"/>
              </a:defRPr>
            </a:pPr>
            <a:endParaRPr lang="en-IN" dirty="0"/>
          </a:p>
          <a:p>
            <a:pPr>
              <a:defRPr sz="2200" b="0">
                <a:solidFill>
                  <a:srgbClr val="94A3B8"/>
                </a:solidFill>
                <a:latin typeface="Aptos"/>
              </a:defRPr>
            </a:pPr>
            <a:endParaRPr lang="en-IN" dirty="0"/>
          </a:p>
          <a:p>
            <a:pPr>
              <a:defRPr sz="2200" b="0">
                <a:solidFill>
                  <a:srgbClr val="94A3B8"/>
                </a:solidFill>
                <a:latin typeface="Aptos"/>
              </a:defRPr>
            </a:pPr>
            <a:r>
              <a:rPr lang="en-IN" dirty="0"/>
              <a:t>HARISH CHANDRU-24MIC0029</a:t>
            </a:r>
          </a:p>
          <a:p>
            <a:pPr>
              <a:defRPr sz="2200" b="0">
                <a:solidFill>
                  <a:srgbClr val="94A3B8"/>
                </a:solidFill>
                <a:latin typeface="Aptos"/>
              </a:defRPr>
            </a:pPr>
            <a:r>
              <a:rPr lang="en-IN" dirty="0"/>
              <a:t>JB.LAVAN KUMAR-24MIC0134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9601200" y="1188720"/>
            <a:ext cx="1005840" cy="1005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78440" y="196596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242316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Weak and predictable passwords are easier to guess.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Password reuse enables credential-stuffing attacks.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Online checkers can expose secrets to third parties.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A local tool can generate passwords and explain common weaknesses.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Generate passwords using a cryptographically secure random source.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Analyze length, character categories, and predictable patterns.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Explain theoretical entropy and its assumptions.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Provide recommendations, repeatable tests, and a clear security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Configurable password length: 8–128 characters.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Selectable lowercase, uppercase, digits, and symbols.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Option to avoid visually ambiguous characters.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Local analysis with optional zxcvbn guessability feedback.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No intentional password storage, logging, or network transmission.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Python 3.10 or later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secrets, string, re, math, getpass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Optional zxcvbn estimator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unittest for automated testing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Visual Studio Code on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User → command-line menu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Generation path: validation → character pools → secrets CSPRNG → secure shuffle → display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Analysis path: hidden input → pattern checks → entropy estimate → optional zxcvbn → report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No database layer; no intentional network calls or password persistence.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Secure Generation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Validate the requested length and selected character classes.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Choose at least one character from each selected class.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Fill remaining positions using secrets.choice.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Shuffle with secrets.SystemRandom.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Display the generated password and recommend storing it in a reputable password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Password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Detect observed character categories and length.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Flag common examples, repeated runs, and predictable sequences.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Calculate a theoretical entropy estimate using an explicit assumption.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Optionally use zxcvbn to consider common patterns and guessability.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Return findings and practical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Entropy vs. Guessability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Approximation: H = L × log₂(N), where L is length and N is pool size.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This assumes independent, uniformly selected characters from a known pool.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Human choices and predictable patterns violate that assumption.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Entropy and crack-time estimates are advisory, not guarantees.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Demo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Generate a 20-character password using all character classes.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Repeat with ambiguous characters excluded.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Analyze a deliberately weak example such as password123.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Analyze a random-looking sample and compare findings.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Show optional zxcvbn score if the dependency is installed.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Default length and required character-class inclusion.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Reject out-of-range lengths and empty character selections.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Check ambiguous-character exclusion.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Detect common passwords and repeated characters.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Run: python -m unittest discover -s tests -v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Security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Use secrets rather than the general-purpose random module.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Local processing reduces disclosure to remote services.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Terminal capture, malware, clipboard tools, and memory remain risks.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Python strings cannot be reliably zeroized.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Use a reputable password manager and unique passwords for real accounts.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The custom score is a transparent heuristic, not a calibrated metric.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Character-pool entropy can overstate the strength of human-chosen passwords.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zxcvbn is a model and cannot cover every attacker strategy.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Crack-time estimates depend on hardware, hashing scheme, and rate assumptions.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This is an educational prototype, not a professionally audited product.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Passphrase mode using a vetted word list.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Privacy-preserving breach screening.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Accessibility and localization improvements.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More adversarial tests and fuzz testing.</a:t>
            </a:r>
          </a:p>
          <a:p>
            <a:pPr>
              <a:spcAft>
                <a:spcPts val="15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Independent security review before production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515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The project demonstrates secure random generation and local password analysis.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It makes assumptions and limitations visible rather than promising perfect security.</a:t>
            </a:r>
          </a:p>
          <a:p>
            <a:pPr>
              <a:spcAft>
                <a:spcPts val="15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Password uniqueness, a reputable password manager, and multi-factor authentication remain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706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JB Lavan Kumar</cp:lastModifiedBy>
  <cp:revision>2</cp:revision>
  <dcterms:created xsi:type="dcterms:W3CDTF">2013-01-27T09:14:16Z</dcterms:created>
  <dcterms:modified xsi:type="dcterms:W3CDTF">2026-10-25T10:48:02Z</dcterms:modified>
  <cp:category/>
</cp:coreProperties>
</file>